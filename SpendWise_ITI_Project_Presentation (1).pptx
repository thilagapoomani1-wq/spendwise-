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-1686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779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 err="1" smtClean="0">
                <a:latin typeface="Times New Roman" pitchFamily="18" charset="0"/>
                <a:cs typeface="Times New Roman" pitchFamily="18" charset="0"/>
              </a:rPr>
              <a:t>Spend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b="1" dirty="0" err="1" smtClean="0">
                <a:latin typeface="Times New Roman" pitchFamily="18" charset="0"/>
                <a:cs typeface="Times New Roman" pitchFamily="18" charset="0"/>
              </a:rPr>
              <a:t>ise</a:t>
            </a:r>
            <a:r>
              <a:rPr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>
                <a:latin typeface="Times New Roman" pitchFamily="18" charset="0"/>
                <a:cs typeface="Times New Roman" pitchFamily="18" charset="0"/>
              </a:rPr>
              <a:t>– Smart Expense Management System</a:t>
            </a:r>
          </a:p>
        </p:txBody>
      </p:sp>
      <p:pic>
        <p:nvPicPr>
          <p:cNvPr id="1026" name="Picture 2" descr="C:\Users\Voovasaran\Desktop\og_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499" y="1970019"/>
            <a:ext cx="6769442" cy="355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799"/>
            <a:ext cx="8229600" cy="890283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1980"/>
            <a:ext cx="8229600" cy="4525963"/>
          </a:xfrm>
        </p:spPr>
        <p:txBody>
          <a:bodyPr>
            <a:normAutofit/>
          </a:bodyPr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SpendWise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is a system used to track daily expenses.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It helps users understand where their money is spent.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The system records income, expenses, and savings.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It makes personal financial management easier.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23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466" y="1299576"/>
            <a:ext cx="7897660" cy="2545915"/>
          </a:xfrm>
        </p:spPr>
        <p:txBody>
          <a:bodyPr>
            <a:normAutofit fontScale="92500"/>
          </a:bodyPr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To help users manage their money effectively.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To record daily expenses easily.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To provide a clear view of spending habits.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To encourage better saving and budgeting.</a:t>
            </a:r>
          </a:p>
        </p:txBody>
      </p:sp>
      <p:pic>
        <p:nvPicPr>
          <p:cNvPr id="2050" name="Picture 2" descr="C:\Users\Voovasaran\Desktop\How-To-Make-A-Budge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863" y="3607497"/>
            <a:ext cx="4224937" cy="2619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2726"/>
            <a:ext cx="8229600" cy="4525963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Many people do not track their daily expenses.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Money is often spent without proper planning.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Manual expense tracking can be confusing and time‑consuming.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A simple system is needed to manage expenses.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643"/>
            <a:ext cx="8229600" cy="777549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54" y="1600199"/>
            <a:ext cx="5304772" cy="4349663"/>
          </a:xfrm>
        </p:spPr>
        <p:txBody>
          <a:bodyPr>
            <a:noAutofit/>
          </a:bodyPr>
          <a:lstStyle/>
          <a:p>
            <a:r>
              <a:rPr sz="2800" dirty="0" err="1">
                <a:latin typeface="Times New Roman" pitchFamily="18" charset="0"/>
                <a:cs typeface="Times New Roman" pitchFamily="18" charset="0"/>
              </a:rPr>
              <a:t>SpendWise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provides a digital expense tracking system.</a:t>
            </a:r>
          </a:p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Users can record income and expenses in one place.</a:t>
            </a:r>
          </a:p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The system organizes spending information clearly.</a:t>
            </a:r>
          </a:p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It helps control unnecessary spending.</a:t>
            </a:r>
          </a:p>
        </p:txBody>
      </p:sp>
      <p:pic>
        <p:nvPicPr>
          <p:cNvPr id="3074" name="Picture 2" descr="C:\Users\VOOVAS~1\AppData\Local\Temp\{6BFB9A59-3A99-44F5-87E9-1F807F1744BB}.t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341" y="1127342"/>
            <a:ext cx="3131507" cy="261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41310" cy="4525963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Add daily expenses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Record income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View expense history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Categorize expenses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Generate simple reports</a:t>
            </a:r>
          </a:p>
        </p:txBody>
      </p:sp>
      <p:pic>
        <p:nvPicPr>
          <p:cNvPr id="4098" name="Picture 2" descr="C:\Users\VOOVAS~1\AppData\Local\Temp\{CC071F90-0222-4ECC-B8BE-B352C936D168}.t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035" y="1600200"/>
            <a:ext cx="2382765" cy="476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Expense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Food and groceries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Transportation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Bills and utilities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Entertainment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Shopping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Other personal expenses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Expense Recording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Enter the date of expense.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Enter the amount spent.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Select the category of expense.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Add a short description if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All expense data is stored in a secure database.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Data can be accessed anytime by the user.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Records help track spending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Simple and easy-to-use design.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Clear menu options for adding expenses.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Easy navigation for viewing reports.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Suitable for beginners.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Expense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Shows total spending over a period.</a:t>
            </a:r>
          </a:p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Displays spending in different categories.</a:t>
            </a:r>
          </a:p>
          <a:p>
            <a:r>
              <a:rPr sz="2800" dirty="0">
                <a:latin typeface="Times New Roman" pitchFamily="18" charset="0"/>
                <a:cs typeface="Times New Roman" pitchFamily="18" charset="0"/>
              </a:rPr>
              <a:t>Helps users analyze financial habits.</a:t>
            </a:r>
          </a:p>
        </p:txBody>
      </p:sp>
      <p:pic>
        <p:nvPicPr>
          <p:cNvPr id="5122" name="Picture 2" descr="C:\Users\Voovasaran\Desktop\6-Steps-to-Create-an-Expense-Report-A-Guide-for-Small-Businesses-sca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890" y="3747755"/>
            <a:ext cx="3975910" cy="265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tracking of daily expenses</a:t>
            </a:r>
          </a:p>
          <a:p>
            <a:r>
              <a:t>Helps control unnecessary spending</a:t>
            </a:r>
          </a:p>
          <a:p>
            <a:r>
              <a:t>Improves financial awareness</a:t>
            </a:r>
          </a:p>
          <a:p>
            <a:r>
              <a:t>Saves time and effort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Personal money management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Student expense tracking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Household budgeting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Small business expense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Mobile app version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Automatic expense reminders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Graphical reports and charts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Integration with bank transactions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SpendWise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is a simple and useful expense management system.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It helps users track and control their spending.</a:t>
            </a: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Encourages better financial planning and savings.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27" y="2283499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6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1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350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Spendwise – Smart Expense Management System</vt:lpstr>
      <vt:lpstr>Introduction</vt:lpstr>
      <vt:lpstr>Objective</vt:lpstr>
      <vt:lpstr>Problem Statement</vt:lpstr>
      <vt:lpstr>Proposed Solution</vt:lpstr>
      <vt:lpstr>System Features</vt:lpstr>
      <vt:lpstr>Expense Categories</vt:lpstr>
      <vt:lpstr>Expense Recording</vt:lpstr>
      <vt:lpstr>Data Storage</vt:lpstr>
      <vt:lpstr>User Interface</vt:lpstr>
      <vt:lpstr>Expense Reports</vt:lpstr>
      <vt:lpstr>Advantages</vt:lpstr>
      <vt:lpstr>Applications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Spendwise – Smart Expense Management System</dc:title>
  <dc:subject/>
  <dc:creator/>
  <cp:keywords/>
  <dc:description>generated using python-pptx</dc:description>
  <cp:lastModifiedBy>Voovasaran</cp:lastModifiedBy>
  <cp:revision>4</cp:revision>
  <dcterms:created xsi:type="dcterms:W3CDTF">2013-01-27T09:14:16Z</dcterms:created>
  <dcterms:modified xsi:type="dcterms:W3CDTF">2026-03-12T16:29:39Z</dcterms:modified>
  <cp:category/>
</cp:coreProperties>
</file>